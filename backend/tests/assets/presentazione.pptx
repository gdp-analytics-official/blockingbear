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authors.xml" ContentType="application/vnd.ms-powerpoint.authors+xml"/>
  <Override PartName="/ppt/commentAuthors.xml" ContentType="application/vnd.openxmlformats-officedocument.presentationml.commentAuth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6E2A8B41-0000-4000-8000-000000000001}" name="Anna Bianchi" initials="AB" userId="S::anna.bianchi@esempio.it::" providerId="AD"/>
</p188:authorLst>
</file>

<file path=ppt/commentAuthors.xml><?xml version="1.0" encoding="utf-8"?>
<p:cmAuthorLst xmlns:p="http://schemas.openxmlformats.org/presentationml/2006/main">
  <p:cmAuthor id="1" name="Mario Rossi" initials="M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Authors" Type="http://schemas.microsoft.com/office/2018/10/relationships/authors" Target="authors.xml"/><Relationship Id="rIdCmAuthors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 Luigi Verdi, referente mario.rossi@esempio.it, tel. +39 02 1234567.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chiedono uno sconto, decide Mario Rossi (anna.bianchi@esempio.it).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Offerta commerciale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Acme Forniture SRL — Luigi Verdi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Condizioni economiche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Corrispettivo annuo: euro 48.500,00</a:t>
            </a:r>
          </a:p>
          <a:p>
            <a:r>
              <a:t>Pagamento sul conto IT65A0542811101000000123456</a:t>
            </a:r>
          </a:p>
          <a:p>
            <a:r>
              <a:t>Fatturazione a Global Trade SPA, P.IVA 98765432103</a:t>
            </a:r>
          </a:p>
          <a:p>
            <a:r>
              <a:t>Durata: ventiquattro mesi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Contatti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Luigi Verdi — mario.rossi@esempio.it — +39 02 1234567</a:t>
            </a:r>
          </a:p>
          <a:p>
            <a:pPr>
              <a:defRPr sz="1600"/>
            </a:pPr>
            <a:r>
              <a:t>Acme Forniture SRL, Via Roma 10, 20121 Milano (MI)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142</Words>
  <Application>Microsoft Office PowerPoint</Application>
  <PresentationFormat>Widescreen</PresentationFormat>
  <Paragraphs>21</Paragraphs>
  <Slides>3</Slides>
  <Notes>2</Notes>
  <HiddenSlides>0</HiddenSlides>
  <TitlesOfParts>
    <vt:vector size="3" baseType="lpstr">
      <vt:lpstr>Offerta commerciale</vt:lpstr>
      <vt:lpstr>Condizioni economiche</vt:lpstr>
      <vt:lpstr>Contatti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Offerta commerciale</dc:title>
  <dc:subject>Fornitura</dc:subject>
  <dc:creator>Luigi Verdi</dc:creator>
  <cp:keywords>01234567897, mario.rossi@esempio.it</cp:keywords>
  <dc:description>Bozza rivista da Mario Rossi</dc:description>
  <cp:lastModifiedBy>Mario Rossi</cp:lastModifiedBy>
  <cp:revision>4</cp:revision>
  <dcterms:created xsi:type="dcterms:W3CDTF">2024-01-15T09:30:00Z</dcterms:created>
  <dcterms:modified xsi:type="dcterms:W3CDTF">2024-03-02T16:45:00Z</dcterms:modified>
  <cp:category>Anna Bianchi</cp:category>
</cp:coreProperties>
</file>